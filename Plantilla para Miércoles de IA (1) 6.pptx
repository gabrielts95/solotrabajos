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18_843D5C7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27"/>
  </p:notesMasterIdLst>
  <p:sldIdLst>
    <p:sldId id="261" r:id="rId5"/>
    <p:sldId id="287" r:id="rId6"/>
    <p:sldId id="281" r:id="rId7"/>
    <p:sldId id="288" r:id="rId8"/>
    <p:sldId id="269" r:id="rId9"/>
    <p:sldId id="270" r:id="rId10"/>
    <p:sldId id="271" r:id="rId11"/>
    <p:sldId id="282" r:id="rId12"/>
    <p:sldId id="283" r:id="rId13"/>
    <p:sldId id="272" r:id="rId14"/>
    <p:sldId id="284" r:id="rId15"/>
    <p:sldId id="276" r:id="rId16"/>
    <p:sldId id="278" r:id="rId17"/>
    <p:sldId id="275" r:id="rId18"/>
    <p:sldId id="274" r:id="rId19"/>
    <p:sldId id="277" r:id="rId20"/>
    <p:sldId id="266" r:id="rId21"/>
    <p:sldId id="279" r:id="rId22"/>
    <p:sldId id="285" r:id="rId23"/>
    <p:sldId id="286" r:id="rId24"/>
    <p:sldId id="28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1A0CB7-68DC-91B5-5772-320A2192D8DF}" name="Paul Schmitt Vega" initials="" userId="S::paulschmitt@bcp.com.pe::062c1f0f-d73f-41fd-bf6a-85906dcf0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95"/>
    <p:restoredTop sz="86386"/>
  </p:normalViewPr>
  <p:slideViewPr>
    <p:cSldViewPr snapToGrid="0">
      <p:cViewPr varScale="1">
        <p:scale>
          <a:sx n="46" d="100"/>
          <a:sy n="46" d="100"/>
        </p:scale>
        <p:origin x="1688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410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omments/modernComment_118_843D5C7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1605CC-EFBF-284D-8293-62AAE195DF26}" authorId="{731A0CB7-68DC-91B5-5772-320A2192D8DF}" created="2024-09-11T21:16:23.498">
    <pc:sldMkLst xmlns:pc="http://schemas.microsoft.com/office/powerpoint/2013/main/command">
      <pc:docMk/>
      <pc:sldMk cId="2218613886" sldId="280"/>
    </pc:sldMkLst>
    <p188:pos x="5724525" y="5480050"/>
    <p188:txBody>
      <a:bodyPr/>
      <a:lstStyle/>
      <a:p>
        <a:r>
          <a:rPr lang="es-PE"/>
          <a:t>Uso exclusivo de Marca Empleadora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F2EF7-5AEE-7648-9022-ED6E53D01B23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D005F-A431-3141-89A8-5152D3DB0E9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219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39473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D1FBA-C803-BD9E-DCFF-495E703C7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42E7D1-554A-4144-10D0-3321C40D5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F86AF8-0D8C-F57E-32E6-B2E622173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CAD1E8-3129-E289-EEA1-C4E4D02C1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545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0333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FBC5-32BE-4217-9BD5-86CAFB87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0B2221-0BA9-448E-2867-A45DE46E0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D250488-C83C-9E33-7CDE-48B44135C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0FEFA2-9EB3-96EF-8626-9F8E1B85C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576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9889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11C7F-4460-84C7-9BDB-FE1A4D24C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6A050D-569F-6764-07E5-A25481D2F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056F11-D8C1-1AD6-49D2-699C8BEFB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29F7B8-056B-283C-1F8C-41901CBC1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6342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>
                <a:solidFill>
                  <a:srgbClr val="000000"/>
                </a:solidFill>
                <a:effectLst/>
                <a:latin typeface="Helvetica" pitchFamily="2" charset="0"/>
              </a:rPr>
              <a:t>Uso exclusivo de Marca Empleadora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3098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ATULA-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540000"/>
            <a:ext cx="9144000" cy="149579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_tradnl" noProof="0"/>
              <a:t>Título</a:t>
            </a:r>
            <a:br>
              <a:rPr lang="es-ES_tradnl" noProof="0"/>
            </a:br>
            <a:r>
              <a:rPr lang="es-ES_tradnl" noProof="0"/>
              <a:t>Principal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2035794"/>
            <a:ext cx="914400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noProof="0"/>
              <a:t>Subtítulo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8D139A-93C3-DDFF-F294-954A70520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9005" y="5094475"/>
            <a:ext cx="11413989" cy="136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ATULA-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9B085F-4A05-7F88-A8DD-2C0B44869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19725" y="2836079"/>
            <a:ext cx="8949464" cy="7478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_tradnl" noProof="0" dirty="0"/>
              <a:t>Título Principal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19725" y="3618742"/>
            <a:ext cx="8949464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noProof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8476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rgbClr val="FFB90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15625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ABD7A-A683-62B2-7828-A6CB69D292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0992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76F6-55AA-F898-15DD-D2812BD983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03067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BLANCO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1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BLANCO-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2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5679139" cy="9971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36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br>
              <a:rPr lang="es-MX" dirty="0"/>
            </a:br>
            <a:r>
              <a:rPr lang="es-MX" dirty="0"/>
              <a:t>Principal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2358963"/>
            <a:ext cx="567913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15829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BA3CCB-79E1-29D4-4D57-4D9A256D9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43099"/>
            <a:ext cx="1132408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B6DF01C-80D2-E3F6-AF08-74D8FCA6FF99}"/>
              </a:ext>
            </a:extLst>
          </p:cNvPr>
          <p:cNvCxnSpPr>
            <a:cxnSpLocks/>
          </p:cNvCxnSpPr>
          <p:nvPr userDrawn="1"/>
        </p:nvCxnSpPr>
        <p:spPr>
          <a:xfrm>
            <a:off x="359999" y="955505"/>
            <a:ext cx="11340000" cy="0"/>
          </a:xfrm>
          <a:prstGeom prst="line">
            <a:avLst/>
          </a:prstGeom>
          <a:ln>
            <a:solidFill>
              <a:srgbClr val="C3338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CC0656-6234-2908-F914-6274734817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440000"/>
            <a:ext cx="1133999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85397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C03765A-0B8D-AB7F-691F-1E54E1C249C5}"/>
              </a:ext>
            </a:extLst>
          </p:cNvPr>
          <p:cNvCxnSpPr>
            <a:cxnSpLocks/>
          </p:cNvCxnSpPr>
          <p:nvPr userDrawn="1"/>
        </p:nvCxnSpPr>
        <p:spPr>
          <a:xfrm>
            <a:off x="359999" y="955505"/>
            <a:ext cx="11340000" cy="0"/>
          </a:xfrm>
          <a:prstGeom prst="line">
            <a:avLst/>
          </a:prstGeom>
          <a:ln>
            <a:solidFill>
              <a:srgbClr val="C3338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D717897-C9D5-645D-1D06-2C87C8CFC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43099"/>
            <a:ext cx="1132408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A7A7C64-3356-D972-6C90-529606E2D9A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440000"/>
            <a:ext cx="1133999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1684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9673" y="1225047"/>
            <a:ext cx="7389221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9673" y="1757141"/>
            <a:ext cx="7389221" cy="385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677F8-3620-3EC4-0FA3-A3D2CF5BA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1080000"/>
            <a:ext cx="659673" cy="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17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720000"/>
            <a:ext cx="4788943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005A-008D-2D59-7E15-9FACAA929B8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20869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96633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720000"/>
            <a:ext cx="4788943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005A-008D-2D59-7E15-9FACAA929B8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20869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64298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9673" y="1225047"/>
            <a:ext cx="7389221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9673" y="1757141"/>
            <a:ext cx="7389221" cy="385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677F8-3620-3EC4-0FA3-A3D2CF5BA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1080000"/>
            <a:ext cx="659673" cy="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5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45987FA-CDF8-DB93-C529-0E9E59F0C2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05413" y="6672580"/>
            <a:ext cx="1803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8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  <p:sp>
        <p:nvSpPr>
          <p:cNvPr id="20" name="Marcador de título 19">
            <a:extLst>
              <a:ext uri="{FF2B5EF4-FFF2-40B4-BE49-F238E27FC236}">
                <a16:creationId xmlns:a16="http://schemas.microsoft.com/office/drawing/2014/main" id="{924A4A65-4B56-E533-F2C1-C4756DAA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144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8561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0" r:id="rId2"/>
    <p:sldLayoutId id="2147483714" r:id="rId3"/>
    <p:sldLayoutId id="2147483715" r:id="rId4"/>
    <p:sldLayoutId id="2147483716" r:id="rId5"/>
    <p:sldLayoutId id="2147483698" r:id="rId6"/>
    <p:sldLayoutId id="2147483712" r:id="rId7"/>
    <p:sldLayoutId id="2147483711" r:id="rId8"/>
    <p:sldLayoutId id="2147483708" r:id="rId9"/>
    <p:sldLayoutId id="2147483713" r:id="rId10"/>
    <p:sldLayoutId id="2147483710" r:id="rId11"/>
    <p:sldLayoutId id="2147483717" r:id="rId12"/>
    <p:sldLayoutId id="2147483718" r:id="rId13"/>
    <p:sldLayoutId id="214748371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ln>
            <a:noFill/>
          </a:ln>
          <a:solidFill>
            <a:schemeClr val="accent1"/>
          </a:solidFill>
          <a:latin typeface="Inter Tight" pitchFamily="2" charset="0"/>
          <a:ea typeface="Inter Tight" pitchFamily="2" charset="0"/>
          <a:cs typeface="Inter Tight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svg"/><Relationship Id="rId18" Type="http://schemas.openxmlformats.org/officeDocument/2006/relationships/image" Target="../media/image40.svg"/><Relationship Id="rId3" Type="http://schemas.openxmlformats.org/officeDocument/2006/relationships/image" Target="../media/image25.svg"/><Relationship Id="rId21" Type="http://schemas.openxmlformats.org/officeDocument/2006/relationships/image" Target="../media/image43.svg"/><Relationship Id="rId7" Type="http://schemas.openxmlformats.org/officeDocument/2006/relationships/image" Target="../media/image29.svg"/><Relationship Id="rId12" Type="http://schemas.openxmlformats.org/officeDocument/2006/relationships/image" Target="../media/image34.svg"/><Relationship Id="rId17" Type="http://schemas.openxmlformats.org/officeDocument/2006/relationships/image" Target="../media/image39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8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sv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5" Type="http://schemas.openxmlformats.org/officeDocument/2006/relationships/image" Target="../media/image37.svg"/><Relationship Id="rId10" Type="http://schemas.openxmlformats.org/officeDocument/2006/relationships/image" Target="../media/image32.svg"/><Relationship Id="rId19" Type="http://schemas.openxmlformats.org/officeDocument/2006/relationships/image" Target="../media/image41.svg"/><Relationship Id="rId4" Type="http://schemas.openxmlformats.org/officeDocument/2006/relationships/image" Target="../media/image26.svg"/><Relationship Id="rId9" Type="http://schemas.openxmlformats.org/officeDocument/2006/relationships/image" Target="../media/image31.svg"/><Relationship Id="rId14" Type="http://schemas.openxmlformats.org/officeDocument/2006/relationships/image" Target="../media/image36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32" Type="http://schemas.openxmlformats.org/officeDocument/2006/relationships/image" Target="../media/image80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31" Type="http://schemas.openxmlformats.org/officeDocument/2006/relationships/image" Target="../media/image79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843D5C7E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80628-BF15-2E5D-0842-602267FDCC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6D40A3-764F-7412-C1A5-81166598F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4347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055BD-552A-819E-F684-5BD64799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B57B086-F84A-C230-C8AF-72F0CE4E7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0" y="3148463"/>
            <a:ext cx="9144000" cy="1495794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540B068-9403-EEA4-3090-BAE9DD223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4644257"/>
            <a:ext cx="9144000" cy="424732"/>
          </a:xfrm>
        </p:spPr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45299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8F6BF-BE26-B70D-4AAD-C3D4E7FB0D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B3AED4-F70C-50FD-250A-C747BC7E6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3255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59753-D095-9731-E47A-AA9E0655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35FFD-C117-AFED-500C-DC540A3FE9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03CFBB-FF1B-1E94-EA1F-32BB3E89C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504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26D81FF-D82B-2AA5-AEE8-BD4FB43B8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C5CED49-52D7-CF47-5A87-F3BCB4E9C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6053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07274-BEED-6B45-C331-41D000455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68E56F-5C23-9EBB-15AD-4D9ED9155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64955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43A9FF-561D-38BD-DBDD-B5C73CCF0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13F4A6-749E-094B-5EC4-31A5F5CF8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1963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F6786A6-73B1-03D9-1845-077E3FF4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90010C-BC91-B1A1-4770-6BC93BFD3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18A6331-9341-F2EB-9E14-D20F3FAD5F24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057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C0B2C05-0BE9-54A8-D77B-99972C50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AB95B2B-F944-C827-E448-E666E4EF5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FE7C8CA-9FAC-1316-0BBD-B20ECCA9DC3C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661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75C8397-AF30-07CD-CB35-1F497108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5FB859-AE90-59F3-E077-F7AE11E83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0484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0C1084E-BE45-126B-360A-30268650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83AE1CB-76B0-6185-D729-A64A1ABFF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2910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7885B1C-DAD9-A0FA-C77B-4B29F4B7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FB0EA0-4A71-9C8E-3280-60AC92DEE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8384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C107CD1-7112-1CBD-6A48-EE1F56D5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70C546-28CA-CD2D-868C-108BAFDBA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8351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9430A-B7F2-1299-ADE6-D9488ED21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Cheurón 4">
            <a:extLst>
              <a:ext uri="{FF2B5EF4-FFF2-40B4-BE49-F238E27FC236}">
                <a16:creationId xmlns:a16="http://schemas.microsoft.com/office/drawing/2014/main" id="{270C6F05-DC6C-C94A-5616-EACFD1EFBC29}"/>
              </a:ext>
            </a:extLst>
          </p:cNvPr>
          <p:cNvSpPr/>
          <p:nvPr/>
        </p:nvSpPr>
        <p:spPr>
          <a:xfrm>
            <a:off x="1500792" y="1389969"/>
            <a:ext cx="733227" cy="4602715"/>
          </a:xfrm>
          <a:prstGeom prst="chevron">
            <a:avLst>
              <a:gd name="adj" fmla="val 92046"/>
            </a:avLst>
          </a:prstGeom>
          <a:solidFill>
            <a:srgbClr val="FDCE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7" name="Cheurón 6">
            <a:extLst>
              <a:ext uri="{FF2B5EF4-FFF2-40B4-BE49-F238E27FC236}">
                <a16:creationId xmlns:a16="http://schemas.microsoft.com/office/drawing/2014/main" id="{F3C1D67E-927A-8C3E-0A8D-93E48E99D517}"/>
              </a:ext>
            </a:extLst>
          </p:cNvPr>
          <p:cNvSpPr/>
          <p:nvPr/>
        </p:nvSpPr>
        <p:spPr>
          <a:xfrm>
            <a:off x="3466304" y="1389969"/>
            <a:ext cx="733227" cy="4602715"/>
          </a:xfrm>
          <a:prstGeom prst="chevron">
            <a:avLst>
              <a:gd name="adj" fmla="val 92046"/>
            </a:avLst>
          </a:prstGeom>
          <a:solidFill>
            <a:srgbClr val="F9CB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8" name="Cheurón 7">
            <a:extLst>
              <a:ext uri="{FF2B5EF4-FFF2-40B4-BE49-F238E27FC236}">
                <a16:creationId xmlns:a16="http://schemas.microsoft.com/office/drawing/2014/main" id="{5D190098-EFA9-5B76-37FA-47D8AB55637C}"/>
              </a:ext>
            </a:extLst>
          </p:cNvPr>
          <p:cNvSpPr/>
          <p:nvPr/>
        </p:nvSpPr>
        <p:spPr>
          <a:xfrm>
            <a:off x="5431816" y="1389969"/>
            <a:ext cx="733227" cy="4602715"/>
          </a:xfrm>
          <a:prstGeom prst="chevron">
            <a:avLst>
              <a:gd name="adj" fmla="val 92046"/>
            </a:avLst>
          </a:prstGeom>
          <a:solidFill>
            <a:srgbClr val="F184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9" name="Cheurón 8">
            <a:extLst>
              <a:ext uri="{FF2B5EF4-FFF2-40B4-BE49-F238E27FC236}">
                <a16:creationId xmlns:a16="http://schemas.microsoft.com/office/drawing/2014/main" id="{0500954A-FFF9-8043-7246-76D70C0C89E7}"/>
              </a:ext>
            </a:extLst>
          </p:cNvPr>
          <p:cNvSpPr/>
          <p:nvPr/>
        </p:nvSpPr>
        <p:spPr>
          <a:xfrm>
            <a:off x="7397328" y="1389969"/>
            <a:ext cx="733227" cy="4602715"/>
          </a:xfrm>
          <a:prstGeom prst="chevron">
            <a:avLst>
              <a:gd name="adj" fmla="val 92046"/>
            </a:avLst>
          </a:prstGeom>
          <a:solidFill>
            <a:srgbClr val="C433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10" name="Cheurón 9">
            <a:extLst>
              <a:ext uri="{FF2B5EF4-FFF2-40B4-BE49-F238E27FC236}">
                <a16:creationId xmlns:a16="http://schemas.microsoft.com/office/drawing/2014/main" id="{7A4CF175-96BF-2B3E-F32D-A0673E6242C3}"/>
              </a:ext>
            </a:extLst>
          </p:cNvPr>
          <p:cNvSpPr/>
          <p:nvPr/>
        </p:nvSpPr>
        <p:spPr>
          <a:xfrm>
            <a:off x="9362840" y="1389969"/>
            <a:ext cx="733227" cy="4602715"/>
          </a:xfrm>
          <a:prstGeom prst="chevron">
            <a:avLst>
              <a:gd name="adj" fmla="val 92046"/>
            </a:avLst>
          </a:prstGeom>
          <a:solidFill>
            <a:srgbClr val="9C2A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C21B1479-BAB5-694B-CC22-DA49923B3956}"/>
              </a:ext>
            </a:extLst>
          </p:cNvPr>
          <p:cNvGrpSpPr/>
          <p:nvPr/>
        </p:nvGrpSpPr>
        <p:grpSpPr>
          <a:xfrm>
            <a:off x="512501" y="2534680"/>
            <a:ext cx="1260880" cy="1849220"/>
            <a:chOff x="494029" y="2534680"/>
            <a:chExt cx="1260880" cy="1849220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1AABB645-01E0-FF4A-1C3B-78873887280B}"/>
                </a:ext>
              </a:extLst>
            </p:cNvPr>
            <p:cNvSpPr/>
            <p:nvPr/>
          </p:nvSpPr>
          <p:spPr>
            <a:xfrm>
              <a:off x="494029" y="2534680"/>
              <a:ext cx="599553" cy="599553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rgbClr val="FAF7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600" b="1" dirty="0"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N°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071EA8A8-43B9-E684-EA2E-6BEE578C45ED}"/>
                </a:ext>
              </a:extLst>
            </p:cNvPr>
            <p:cNvSpPr txBox="1"/>
            <p:nvPr/>
          </p:nvSpPr>
          <p:spPr>
            <a:xfrm>
              <a:off x="494029" y="3270256"/>
              <a:ext cx="126088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8B852252-1D9E-B1AD-37B2-E1265F542D11}"/>
                </a:ext>
              </a:extLst>
            </p:cNvPr>
            <p:cNvSpPr txBox="1"/>
            <p:nvPr/>
          </p:nvSpPr>
          <p:spPr>
            <a:xfrm>
              <a:off x="494029" y="3922235"/>
              <a:ext cx="126088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38C2E29C-7ED4-7913-D909-EA537C35E2B8}"/>
              </a:ext>
            </a:extLst>
          </p:cNvPr>
          <p:cNvGrpSpPr/>
          <p:nvPr/>
        </p:nvGrpSpPr>
        <p:grpSpPr>
          <a:xfrm>
            <a:off x="2481694" y="2534680"/>
            <a:ext cx="1260880" cy="1849220"/>
            <a:chOff x="494029" y="2534680"/>
            <a:chExt cx="1260880" cy="1849220"/>
          </a:xfrm>
        </p:grpSpPr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33C2C8D4-5F37-471C-5F81-309369039D48}"/>
                </a:ext>
              </a:extLst>
            </p:cNvPr>
            <p:cNvSpPr/>
            <p:nvPr/>
          </p:nvSpPr>
          <p:spPr>
            <a:xfrm>
              <a:off x="494029" y="2534680"/>
              <a:ext cx="599553" cy="599553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rgbClr val="FAF7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600" b="1" dirty="0"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N°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CCA30898-5452-6431-2C87-0DD0808A27EC}"/>
                </a:ext>
              </a:extLst>
            </p:cNvPr>
            <p:cNvSpPr txBox="1"/>
            <p:nvPr/>
          </p:nvSpPr>
          <p:spPr>
            <a:xfrm>
              <a:off x="494029" y="3270256"/>
              <a:ext cx="126088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6BB93068-B834-5CF5-BFFE-09F28832B32A}"/>
                </a:ext>
              </a:extLst>
            </p:cNvPr>
            <p:cNvSpPr txBox="1"/>
            <p:nvPr/>
          </p:nvSpPr>
          <p:spPr>
            <a:xfrm>
              <a:off x="494029" y="3922235"/>
              <a:ext cx="126088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98A375BC-18DF-0BAC-57AA-5C95158BA482}"/>
              </a:ext>
            </a:extLst>
          </p:cNvPr>
          <p:cNvGrpSpPr/>
          <p:nvPr/>
        </p:nvGrpSpPr>
        <p:grpSpPr>
          <a:xfrm>
            <a:off x="4450887" y="2534680"/>
            <a:ext cx="1260880" cy="1849220"/>
            <a:chOff x="494029" y="2534680"/>
            <a:chExt cx="1260880" cy="1849220"/>
          </a:xfrm>
        </p:grpSpPr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FFC15938-939B-2F5B-1252-49F197ACF1CC}"/>
                </a:ext>
              </a:extLst>
            </p:cNvPr>
            <p:cNvSpPr/>
            <p:nvPr/>
          </p:nvSpPr>
          <p:spPr>
            <a:xfrm>
              <a:off x="494029" y="2534680"/>
              <a:ext cx="599553" cy="599553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rgbClr val="FAF7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600" b="1" dirty="0"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N°</a:t>
              </a: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30A8CDCE-1F7A-D6DC-EDEC-850B43B76B24}"/>
                </a:ext>
              </a:extLst>
            </p:cNvPr>
            <p:cNvSpPr txBox="1"/>
            <p:nvPr/>
          </p:nvSpPr>
          <p:spPr>
            <a:xfrm>
              <a:off x="494029" y="3270256"/>
              <a:ext cx="126088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DBC3E51F-9E95-82F5-0A9E-2657B73CC919}"/>
                </a:ext>
              </a:extLst>
            </p:cNvPr>
            <p:cNvSpPr txBox="1"/>
            <p:nvPr/>
          </p:nvSpPr>
          <p:spPr>
            <a:xfrm>
              <a:off x="494029" y="3922235"/>
              <a:ext cx="126088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E8F503B0-80CF-520C-DFD1-E282F2600D67}"/>
              </a:ext>
            </a:extLst>
          </p:cNvPr>
          <p:cNvGrpSpPr/>
          <p:nvPr/>
        </p:nvGrpSpPr>
        <p:grpSpPr>
          <a:xfrm>
            <a:off x="6420080" y="2534680"/>
            <a:ext cx="1260880" cy="1849220"/>
            <a:chOff x="494029" y="2534680"/>
            <a:chExt cx="1260880" cy="1849220"/>
          </a:xfrm>
        </p:grpSpPr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6E459156-31B3-0BB1-CD49-C015A0167D61}"/>
                </a:ext>
              </a:extLst>
            </p:cNvPr>
            <p:cNvSpPr/>
            <p:nvPr/>
          </p:nvSpPr>
          <p:spPr>
            <a:xfrm>
              <a:off x="494029" y="2534680"/>
              <a:ext cx="599553" cy="599553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rgbClr val="FAF7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600" b="1" dirty="0"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N°</a:t>
              </a:r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841F3D40-FBE0-BD2E-DCC4-43AEDC0A6020}"/>
                </a:ext>
              </a:extLst>
            </p:cNvPr>
            <p:cNvSpPr txBox="1"/>
            <p:nvPr/>
          </p:nvSpPr>
          <p:spPr>
            <a:xfrm>
              <a:off x="494029" y="3270256"/>
              <a:ext cx="126088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825EA953-C08B-B242-0C3B-CF4166219EEF}"/>
                </a:ext>
              </a:extLst>
            </p:cNvPr>
            <p:cNvSpPr txBox="1"/>
            <p:nvPr/>
          </p:nvSpPr>
          <p:spPr>
            <a:xfrm>
              <a:off x="494029" y="3922235"/>
              <a:ext cx="126088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B1FFAAE2-7965-F3B2-BACB-8B1FD5D71708}"/>
              </a:ext>
            </a:extLst>
          </p:cNvPr>
          <p:cNvGrpSpPr/>
          <p:nvPr/>
        </p:nvGrpSpPr>
        <p:grpSpPr>
          <a:xfrm>
            <a:off x="8389273" y="2534680"/>
            <a:ext cx="1260880" cy="1849220"/>
            <a:chOff x="494029" y="2534680"/>
            <a:chExt cx="1260880" cy="1849220"/>
          </a:xfrm>
        </p:grpSpPr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37930FB6-6D08-7921-343F-E7CCB6485D2A}"/>
                </a:ext>
              </a:extLst>
            </p:cNvPr>
            <p:cNvSpPr/>
            <p:nvPr/>
          </p:nvSpPr>
          <p:spPr>
            <a:xfrm>
              <a:off x="494029" y="2534680"/>
              <a:ext cx="599553" cy="599553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rgbClr val="FAF7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600" b="1" dirty="0"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N°</a:t>
              </a:r>
            </a:p>
          </p:txBody>
        </p: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E7921CD2-6ACA-B54D-A308-D6FAC2D9D98F}"/>
                </a:ext>
              </a:extLst>
            </p:cNvPr>
            <p:cNvSpPr txBox="1"/>
            <p:nvPr/>
          </p:nvSpPr>
          <p:spPr>
            <a:xfrm>
              <a:off x="494029" y="3270256"/>
              <a:ext cx="126088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8650EC55-AE18-C9C1-01A5-E98C62CCF9D5}"/>
                </a:ext>
              </a:extLst>
            </p:cNvPr>
            <p:cNvSpPr txBox="1"/>
            <p:nvPr/>
          </p:nvSpPr>
          <p:spPr>
            <a:xfrm>
              <a:off x="494029" y="3922235"/>
              <a:ext cx="126088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E78DB11E-B226-9830-3FD3-CF7F46263C28}"/>
              </a:ext>
            </a:extLst>
          </p:cNvPr>
          <p:cNvGrpSpPr/>
          <p:nvPr/>
        </p:nvGrpSpPr>
        <p:grpSpPr>
          <a:xfrm>
            <a:off x="10358465" y="2534680"/>
            <a:ext cx="1260880" cy="1849220"/>
            <a:chOff x="494029" y="2534680"/>
            <a:chExt cx="1260880" cy="1849220"/>
          </a:xfrm>
        </p:grpSpPr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D9E3E760-5CB2-6168-77B9-C215391659EB}"/>
                </a:ext>
              </a:extLst>
            </p:cNvPr>
            <p:cNvSpPr/>
            <p:nvPr/>
          </p:nvSpPr>
          <p:spPr>
            <a:xfrm>
              <a:off x="494029" y="2534680"/>
              <a:ext cx="599553" cy="599553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rgbClr val="FAF7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600" b="1" dirty="0"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N°</a:t>
              </a: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F04A625F-4EA7-E027-8F18-24B740C0E966}"/>
                </a:ext>
              </a:extLst>
            </p:cNvPr>
            <p:cNvSpPr txBox="1"/>
            <p:nvPr/>
          </p:nvSpPr>
          <p:spPr>
            <a:xfrm>
              <a:off x="494029" y="3270256"/>
              <a:ext cx="126088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FB91B4E5-AE96-5961-490E-BBA7F7B9B919}"/>
                </a:ext>
              </a:extLst>
            </p:cNvPr>
            <p:cNvSpPr txBox="1"/>
            <p:nvPr/>
          </p:nvSpPr>
          <p:spPr>
            <a:xfrm>
              <a:off x="494029" y="3922235"/>
              <a:ext cx="126088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  <a:p>
              <a:r>
                <a:rPr lang="es-PE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5402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E9D16444-C492-0BD2-1875-5A1FC144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5757CA3-C743-C9DD-0499-0749A3690D1B}"/>
              </a:ext>
            </a:extLst>
          </p:cNvPr>
          <p:cNvGrpSpPr/>
          <p:nvPr/>
        </p:nvGrpSpPr>
        <p:grpSpPr>
          <a:xfrm>
            <a:off x="507780" y="2706831"/>
            <a:ext cx="3242173" cy="1699835"/>
            <a:chOff x="498544" y="2577522"/>
            <a:chExt cx="3242173" cy="1699835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3F7E100-5AEC-B15E-C6F4-F5A98E653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8544" y="2577522"/>
              <a:ext cx="1699835" cy="1699835"/>
            </a:xfrm>
            <a:prstGeom prst="rect">
              <a:avLst/>
            </a:prstGeom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8E3FBCAD-D92A-4656-9DA3-574F8B6AAE29}"/>
                </a:ext>
              </a:extLst>
            </p:cNvPr>
            <p:cNvSpPr txBox="1"/>
            <p:nvPr/>
          </p:nvSpPr>
          <p:spPr>
            <a:xfrm>
              <a:off x="2226088" y="2768055"/>
              <a:ext cx="1514629" cy="7478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5400" b="1" dirty="0">
                  <a:solidFill>
                    <a:schemeClr val="accent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N°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7727558-935F-FE97-E0A2-086AE002603B}"/>
                </a:ext>
              </a:extLst>
            </p:cNvPr>
            <p:cNvSpPr txBox="1"/>
            <p:nvPr/>
          </p:nvSpPr>
          <p:spPr>
            <a:xfrm>
              <a:off x="2226088" y="3494377"/>
              <a:ext cx="151462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000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  <a:p>
              <a:pPr>
                <a:lnSpc>
                  <a:spcPct val="90000"/>
                </a:lnSpc>
              </a:pPr>
              <a:r>
                <a:rPr lang="es-PE" sz="2000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</p:txBody>
        </p:sp>
      </p:grp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4DC74AA1-31B8-07E5-EEDB-7ADC83FBFF5B}"/>
              </a:ext>
            </a:extLst>
          </p:cNvPr>
          <p:cNvCxnSpPr/>
          <p:nvPr/>
        </p:nvCxnSpPr>
        <p:spPr>
          <a:xfrm>
            <a:off x="4045412" y="1803337"/>
            <a:ext cx="0" cy="3683848"/>
          </a:xfrm>
          <a:prstGeom prst="line">
            <a:avLst/>
          </a:prstGeom>
          <a:ln>
            <a:solidFill>
              <a:schemeClr val="accent1">
                <a:alpha val="3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E968ABD-A981-1D0F-C93E-39E6FCA5071F}"/>
              </a:ext>
            </a:extLst>
          </p:cNvPr>
          <p:cNvGrpSpPr/>
          <p:nvPr/>
        </p:nvGrpSpPr>
        <p:grpSpPr>
          <a:xfrm>
            <a:off x="4340871" y="2706831"/>
            <a:ext cx="3242173" cy="1699835"/>
            <a:chOff x="498544" y="2577522"/>
            <a:chExt cx="3242173" cy="1699835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07FB1B6A-A4CE-B426-5A2A-049F00090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8544" y="2577522"/>
              <a:ext cx="1699835" cy="1699835"/>
            </a:xfrm>
            <a:prstGeom prst="rect">
              <a:avLst/>
            </a:prstGeom>
          </p:spPr>
        </p:pic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0DFFF3A3-81EE-36E6-EFD5-B5345E8DE045}"/>
                </a:ext>
              </a:extLst>
            </p:cNvPr>
            <p:cNvSpPr txBox="1"/>
            <p:nvPr/>
          </p:nvSpPr>
          <p:spPr>
            <a:xfrm>
              <a:off x="2226088" y="2768055"/>
              <a:ext cx="1514629" cy="7478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5400" b="1" dirty="0">
                  <a:solidFill>
                    <a:schemeClr val="accent2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N°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289809AD-3BBE-5C00-3AF8-321990FA0F53}"/>
                </a:ext>
              </a:extLst>
            </p:cNvPr>
            <p:cNvSpPr txBox="1"/>
            <p:nvPr/>
          </p:nvSpPr>
          <p:spPr>
            <a:xfrm>
              <a:off x="2226088" y="3494377"/>
              <a:ext cx="151462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000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  <a:p>
              <a:pPr>
                <a:lnSpc>
                  <a:spcPct val="90000"/>
                </a:lnSpc>
              </a:pPr>
              <a:r>
                <a:rPr lang="es-PE" sz="2000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E892477F-D23C-B6E4-F072-548D7D26B5DB}"/>
              </a:ext>
            </a:extLst>
          </p:cNvPr>
          <p:cNvGrpSpPr/>
          <p:nvPr/>
        </p:nvGrpSpPr>
        <p:grpSpPr>
          <a:xfrm>
            <a:off x="8173962" y="2706831"/>
            <a:ext cx="3242173" cy="1699835"/>
            <a:chOff x="498544" y="2577522"/>
            <a:chExt cx="3242173" cy="1699835"/>
          </a:xfrm>
        </p:grpSpPr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71E8A99D-EA50-5D99-EC43-1667AE034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8544" y="2577522"/>
              <a:ext cx="1699835" cy="1699835"/>
            </a:xfrm>
            <a:prstGeom prst="rect">
              <a:avLst/>
            </a:prstGeom>
          </p:spPr>
        </p:pic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37D321B3-A663-1F46-22A2-3F3EA3C4FFA6}"/>
                </a:ext>
              </a:extLst>
            </p:cNvPr>
            <p:cNvSpPr txBox="1"/>
            <p:nvPr/>
          </p:nvSpPr>
          <p:spPr>
            <a:xfrm>
              <a:off x="2226088" y="2768055"/>
              <a:ext cx="1514629" cy="7478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5400" b="1" dirty="0">
                  <a:solidFill>
                    <a:schemeClr val="accent6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N°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E555B912-E602-FF96-3E5A-350B4130BD52}"/>
                </a:ext>
              </a:extLst>
            </p:cNvPr>
            <p:cNvSpPr txBox="1"/>
            <p:nvPr/>
          </p:nvSpPr>
          <p:spPr>
            <a:xfrm>
              <a:off x="2226088" y="3494377"/>
              <a:ext cx="151462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000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  <a:p>
              <a:pPr>
                <a:lnSpc>
                  <a:spcPct val="90000"/>
                </a:lnSpc>
              </a:pPr>
              <a:r>
                <a:rPr lang="es-PE" sz="2000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</p:txBody>
        </p:sp>
      </p:grp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E27FA91-22D7-BB5D-922C-EF75439B6F5D}"/>
              </a:ext>
            </a:extLst>
          </p:cNvPr>
          <p:cNvCxnSpPr/>
          <p:nvPr/>
        </p:nvCxnSpPr>
        <p:spPr>
          <a:xfrm>
            <a:off x="7878503" y="1803337"/>
            <a:ext cx="0" cy="3683848"/>
          </a:xfrm>
          <a:prstGeom prst="line">
            <a:avLst/>
          </a:prstGeom>
          <a:ln>
            <a:solidFill>
              <a:schemeClr val="accent1">
                <a:alpha val="3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064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E9D16444-C492-0BD2-1875-5A1FC144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088B455-974E-2060-FA23-39416C2D78EE}"/>
              </a:ext>
            </a:extLst>
          </p:cNvPr>
          <p:cNvGrpSpPr/>
          <p:nvPr/>
        </p:nvGrpSpPr>
        <p:grpSpPr>
          <a:xfrm>
            <a:off x="1154217" y="1729166"/>
            <a:ext cx="2928147" cy="1281890"/>
            <a:chOff x="507780" y="1729166"/>
            <a:chExt cx="2928147" cy="1281890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3F7E100-5AEC-B15E-C6F4-F5A98E653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7780" y="1729166"/>
              <a:ext cx="1281890" cy="1281890"/>
            </a:xfrm>
            <a:prstGeom prst="rect">
              <a:avLst/>
            </a:prstGeom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8E3FBCAD-D92A-4656-9DA3-574F8B6AAE29}"/>
                </a:ext>
              </a:extLst>
            </p:cNvPr>
            <p:cNvSpPr txBox="1"/>
            <p:nvPr/>
          </p:nvSpPr>
          <p:spPr>
            <a:xfrm>
              <a:off x="1810566" y="1729166"/>
              <a:ext cx="1625361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7727558-935F-FE97-E0A2-086AE002603B}"/>
                </a:ext>
              </a:extLst>
            </p:cNvPr>
            <p:cNvSpPr txBox="1"/>
            <p:nvPr/>
          </p:nvSpPr>
          <p:spPr>
            <a:xfrm>
              <a:off x="1810566" y="2466771"/>
              <a:ext cx="1625361" cy="4985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1544400D-369C-EBB6-ABFB-D9D0064A80AA}"/>
              </a:ext>
            </a:extLst>
          </p:cNvPr>
          <p:cNvGrpSpPr/>
          <p:nvPr/>
        </p:nvGrpSpPr>
        <p:grpSpPr>
          <a:xfrm>
            <a:off x="4585581" y="1729166"/>
            <a:ext cx="2928147" cy="1281890"/>
            <a:chOff x="507780" y="1729166"/>
            <a:chExt cx="2928147" cy="1281890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30093273-690E-C29C-AF54-FE93C49FB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07780" y="1729166"/>
              <a:ext cx="1281890" cy="1281890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A2EAFFF4-2775-3A22-D6DD-41D23BD950EC}"/>
                </a:ext>
              </a:extLst>
            </p:cNvPr>
            <p:cNvSpPr txBox="1"/>
            <p:nvPr/>
          </p:nvSpPr>
          <p:spPr>
            <a:xfrm>
              <a:off x="1810566" y="1729166"/>
              <a:ext cx="1625361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2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2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75C6C41A-2716-4CBA-F7B8-A5DE28BFF4C7}"/>
                </a:ext>
              </a:extLst>
            </p:cNvPr>
            <p:cNvSpPr txBox="1"/>
            <p:nvPr/>
          </p:nvSpPr>
          <p:spPr>
            <a:xfrm>
              <a:off x="1810566" y="2466771"/>
              <a:ext cx="1625361" cy="4985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05CAC8D-E78F-92C2-867C-9572F66D1D2E}"/>
              </a:ext>
            </a:extLst>
          </p:cNvPr>
          <p:cNvGrpSpPr/>
          <p:nvPr/>
        </p:nvGrpSpPr>
        <p:grpSpPr>
          <a:xfrm>
            <a:off x="8016945" y="1729166"/>
            <a:ext cx="2928147" cy="1281890"/>
            <a:chOff x="507780" y="1729166"/>
            <a:chExt cx="2928147" cy="1281890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3D04EF71-46F0-E704-CFF3-9C752239B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07780" y="1729166"/>
              <a:ext cx="1281890" cy="1281890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D4F1D721-A244-F0D7-842A-1705E2DD3C4D}"/>
                </a:ext>
              </a:extLst>
            </p:cNvPr>
            <p:cNvSpPr txBox="1"/>
            <p:nvPr/>
          </p:nvSpPr>
          <p:spPr>
            <a:xfrm>
              <a:off x="1810566" y="1729166"/>
              <a:ext cx="1625361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3E795377-6F04-638A-8121-31E983F498CA}"/>
                </a:ext>
              </a:extLst>
            </p:cNvPr>
            <p:cNvSpPr txBox="1"/>
            <p:nvPr/>
          </p:nvSpPr>
          <p:spPr>
            <a:xfrm>
              <a:off x="1810566" y="2466771"/>
              <a:ext cx="1625361" cy="4985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FF827C1A-F4C9-5536-BB1B-671A4FD0BBAA}"/>
              </a:ext>
            </a:extLst>
          </p:cNvPr>
          <p:cNvGrpSpPr/>
          <p:nvPr/>
        </p:nvGrpSpPr>
        <p:grpSpPr>
          <a:xfrm>
            <a:off x="1154217" y="3853530"/>
            <a:ext cx="2928147" cy="1281890"/>
            <a:chOff x="507780" y="1729166"/>
            <a:chExt cx="2928147" cy="1281890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14B01C66-6963-882F-4F0A-294FE49CC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7780" y="1729166"/>
              <a:ext cx="1281890" cy="1281890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AFB9463D-2BA3-980D-4F8E-653EC8E837F9}"/>
                </a:ext>
              </a:extLst>
            </p:cNvPr>
            <p:cNvSpPr txBox="1"/>
            <p:nvPr/>
          </p:nvSpPr>
          <p:spPr>
            <a:xfrm>
              <a:off x="1810566" y="1729166"/>
              <a:ext cx="1625361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C860E764-62F6-938C-7647-1999CB07E5DC}"/>
                </a:ext>
              </a:extLst>
            </p:cNvPr>
            <p:cNvSpPr txBox="1"/>
            <p:nvPr/>
          </p:nvSpPr>
          <p:spPr>
            <a:xfrm>
              <a:off x="1810566" y="2466771"/>
              <a:ext cx="1625361" cy="4985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73D2731-3710-2C8E-4839-8976526968FF}"/>
              </a:ext>
            </a:extLst>
          </p:cNvPr>
          <p:cNvGrpSpPr/>
          <p:nvPr/>
        </p:nvGrpSpPr>
        <p:grpSpPr>
          <a:xfrm>
            <a:off x="4585581" y="3853530"/>
            <a:ext cx="2928147" cy="1281890"/>
            <a:chOff x="507780" y="1729166"/>
            <a:chExt cx="2928147" cy="1281890"/>
          </a:xfrm>
        </p:grpSpPr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0D7EB4E3-DBF8-D801-919D-A5E158833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07780" y="1729166"/>
              <a:ext cx="1281890" cy="1281890"/>
            </a:xfrm>
            <a:prstGeom prst="rect">
              <a:avLst/>
            </a:prstGeom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FE04320-C54C-8956-4338-55BEB9DD8585}"/>
                </a:ext>
              </a:extLst>
            </p:cNvPr>
            <p:cNvSpPr txBox="1"/>
            <p:nvPr/>
          </p:nvSpPr>
          <p:spPr>
            <a:xfrm>
              <a:off x="1810566" y="1729166"/>
              <a:ext cx="1625361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2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2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9B7E151-B06A-C9D5-0C94-62DEB69F8E4D}"/>
                </a:ext>
              </a:extLst>
            </p:cNvPr>
            <p:cNvSpPr txBox="1"/>
            <p:nvPr/>
          </p:nvSpPr>
          <p:spPr>
            <a:xfrm>
              <a:off x="1810566" y="2466771"/>
              <a:ext cx="1625361" cy="4985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8FC31CF-8467-C0B7-329D-85369AF96708}"/>
              </a:ext>
            </a:extLst>
          </p:cNvPr>
          <p:cNvGrpSpPr/>
          <p:nvPr/>
        </p:nvGrpSpPr>
        <p:grpSpPr>
          <a:xfrm>
            <a:off x="8016945" y="3853530"/>
            <a:ext cx="2928147" cy="1281890"/>
            <a:chOff x="507780" y="1729166"/>
            <a:chExt cx="2928147" cy="1281890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81F756F8-952D-2BD6-8300-D29F5CF39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07780" y="1729166"/>
              <a:ext cx="1281890" cy="1281890"/>
            </a:xfrm>
            <a:prstGeom prst="rect">
              <a:avLst/>
            </a:prstGeom>
          </p:spPr>
        </p:pic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3BA9D335-64CB-14B2-B772-6480512C5764}"/>
                </a:ext>
              </a:extLst>
            </p:cNvPr>
            <p:cNvSpPr txBox="1"/>
            <p:nvPr/>
          </p:nvSpPr>
          <p:spPr>
            <a:xfrm>
              <a:off x="1810566" y="1729166"/>
              <a:ext cx="1625361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Título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711900AA-A871-F637-05B2-F3C0662346CF}"/>
                </a:ext>
              </a:extLst>
            </p:cNvPr>
            <p:cNvSpPr txBox="1"/>
            <p:nvPr/>
          </p:nvSpPr>
          <p:spPr>
            <a:xfrm>
              <a:off x="1810566" y="2466771"/>
              <a:ext cx="1625361" cy="4985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  <a:p>
              <a:pPr>
                <a:lnSpc>
                  <a:spcPct val="90000"/>
                </a:lnSpc>
              </a:pPr>
              <a:r>
                <a:rPr lang="es-PE" dirty="0"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2240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0FA9582E-E998-8A69-6A4E-183A9092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A5C6B7CC-E8EE-DD20-A107-0F860E8D4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PE" dirty="0"/>
              <a:t>Texto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BE6E873C-D663-CCBA-4187-7E92447D017C}"/>
              </a:ext>
            </a:extLst>
          </p:cNvPr>
          <p:cNvGrpSpPr/>
          <p:nvPr/>
        </p:nvGrpSpPr>
        <p:grpSpPr>
          <a:xfrm>
            <a:off x="360000" y="2161560"/>
            <a:ext cx="7666771" cy="2400568"/>
            <a:chOff x="360000" y="1948785"/>
            <a:chExt cx="7477035" cy="2341159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3349A3C8-3FD0-4A9D-E236-7623690AE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0000" y="1948785"/>
              <a:ext cx="2341159" cy="2341159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14D6B89-3234-E29A-DCA1-A16EBE36014E}"/>
                </a:ext>
              </a:extLst>
            </p:cNvPr>
            <p:cNvSpPr txBox="1"/>
            <p:nvPr/>
          </p:nvSpPr>
          <p:spPr>
            <a:xfrm>
              <a:off x="618310" y="2620562"/>
              <a:ext cx="1824537" cy="944877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algn="ctr"/>
              <a:r>
                <a:rPr sz="4200" b="1" dirty="0">
                  <a:solidFill>
                    <a:schemeClr val="bg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+</a:t>
              </a:r>
              <a:r>
                <a:rPr lang="es-PE" sz="4200" b="1" dirty="0">
                  <a:solidFill>
                    <a:schemeClr val="bg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999</a:t>
              </a:r>
              <a:br>
                <a:rPr lang="es-PE" sz="4400" b="1" dirty="0">
                  <a:solidFill>
                    <a:schemeClr val="bg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</a:br>
              <a:r>
                <a:rPr lang="es-ES" sz="2000" dirty="0">
                  <a:solidFill>
                    <a:schemeClr val="bg1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Texto</a:t>
              </a:r>
              <a:endParaRPr sz="2400" dirty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4EA4D40F-474D-D664-5584-3D644459E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27938" y="1948785"/>
              <a:ext cx="2341159" cy="2341159"/>
            </a:xfrm>
            <a:prstGeom prst="rect">
              <a:avLst/>
            </a:prstGeom>
          </p:spPr>
        </p:pic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0BD2C09F-C288-D422-1566-3981FA30E92F}"/>
                </a:ext>
              </a:extLst>
            </p:cNvPr>
            <p:cNvSpPr txBox="1"/>
            <p:nvPr/>
          </p:nvSpPr>
          <p:spPr>
            <a:xfrm>
              <a:off x="3154717" y="2620562"/>
              <a:ext cx="1887599" cy="944877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algn="ctr"/>
              <a:r>
                <a:rPr lang="es-PE" sz="4200" b="1" dirty="0">
                  <a:solidFill>
                    <a:schemeClr val="bg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00.0%</a:t>
              </a:r>
              <a:br>
                <a:rPr lang="es-PE" sz="4400" b="1" dirty="0">
                  <a:solidFill>
                    <a:schemeClr val="bg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</a:br>
              <a:r>
                <a:rPr lang="es-ES" sz="2000" dirty="0">
                  <a:solidFill>
                    <a:schemeClr val="bg1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Texto</a:t>
              </a:r>
              <a:endParaRPr sz="2400" dirty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D4C1B7E0-FA09-235E-6A35-2785B8882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95876" y="1948785"/>
              <a:ext cx="2341159" cy="2341159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563CE49F-E977-098A-EF0B-6DE0C596A5D4}"/>
                </a:ext>
              </a:extLst>
            </p:cNvPr>
            <p:cNvSpPr txBox="1"/>
            <p:nvPr/>
          </p:nvSpPr>
          <p:spPr>
            <a:xfrm>
              <a:off x="5722655" y="2620562"/>
              <a:ext cx="1887599" cy="944877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algn="ctr"/>
              <a:r>
                <a:rPr lang="es-PE" sz="4200" b="1" dirty="0">
                  <a:solidFill>
                    <a:schemeClr val="bg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S/000</a:t>
              </a:r>
              <a:br>
                <a:rPr lang="es-PE" sz="4400" b="1" dirty="0">
                  <a:solidFill>
                    <a:schemeClr val="bg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</a:br>
              <a:r>
                <a:rPr lang="es-ES" sz="2000" dirty="0">
                  <a:solidFill>
                    <a:schemeClr val="bg1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Texto</a:t>
              </a:r>
              <a:endParaRPr sz="2400" dirty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</p:grpSp>
      <p:sp>
        <p:nvSpPr>
          <p:cNvPr id="27" name="object 15">
            <a:extLst>
              <a:ext uri="{FF2B5EF4-FFF2-40B4-BE49-F238E27FC236}">
                <a16:creationId xmlns:a16="http://schemas.microsoft.com/office/drawing/2014/main" id="{CEB507CB-B0D0-6425-A15A-DEDF195A369F}"/>
              </a:ext>
            </a:extLst>
          </p:cNvPr>
          <p:cNvSpPr txBox="1"/>
          <p:nvPr/>
        </p:nvSpPr>
        <p:spPr>
          <a:xfrm>
            <a:off x="8817754" y="2203412"/>
            <a:ext cx="2882246" cy="64697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425"/>
              </a:spcBef>
            </a:pPr>
            <a:r>
              <a:rPr lang="es-ES" sz="2000" b="1" spc="-10" dirty="0">
                <a:latin typeface="Calibri"/>
                <a:cs typeface="Calibri"/>
              </a:rPr>
              <a:t>Texto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330"/>
              </a:spcBef>
            </a:pPr>
            <a:r>
              <a:rPr lang="es-ES" sz="2000" dirty="0">
                <a:latin typeface="Calibri"/>
                <a:cs typeface="Calibri"/>
              </a:rPr>
              <a:t>Texto, texto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DA759B5E-2BFC-FFA6-8616-9CC3796E3F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030" y="2256135"/>
            <a:ext cx="335292" cy="335292"/>
          </a:xfrm>
          <a:prstGeom prst="rect">
            <a:avLst/>
          </a:prstGeom>
        </p:spPr>
      </p:pic>
      <p:sp>
        <p:nvSpPr>
          <p:cNvPr id="33" name="object 15">
            <a:extLst>
              <a:ext uri="{FF2B5EF4-FFF2-40B4-BE49-F238E27FC236}">
                <a16:creationId xmlns:a16="http://schemas.microsoft.com/office/drawing/2014/main" id="{C367D53A-B4CB-EC00-9119-28B0E553C04C}"/>
              </a:ext>
            </a:extLst>
          </p:cNvPr>
          <p:cNvSpPr txBox="1"/>
          <p:nvPr/>
        </p:nvSpPr>
        <p:spPr>
          <a:xfrm>
            <a:off x="8817754" y="3059284"/>
            <a:ext cx="2882246" cy="64697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425"/>
              </a:spcBef>
            </a:pPr>
            <a:r>
              <a:rPr lang="es-ES" sz="2000" b="1" spc="-10" dirty="0">
                <a:latin typeface="Calibri"/>
                <a:cs typeface="Calibri"/>
              </a:rPr>
              <a:t>Texto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330"/>
              </a:spcBef>
            </a:pPr>
            <a:r>
              <a:rPr lang="es-ES" sz="2000" dirty="0">
                <a:latin typeface="Calibri"/>
                <a:cs typeface="Calibri"/>
              </a:rPr>
              <a:t>Texto, texto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D8BF58C1-E275-2850-4C29-269BA7FB872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030" y="3112007"/>
            <a:ext cx="335292" cy="335292"/>
          </a:xfrm>
          <a:prstGeom prst="rect">
            <a:avLst/>
          </a:prstGeom>
        </p:spPr>
      </p:pic>
      <p:sp>
        <p:nvSpPr>
          <p:cNvPr id="35" name="object 15">
            <a:extLst>
              <a:ext uri="{FF2B5EF4-FFF2-40B4-BE49-F238E27FC236}">
                <a16:creationId xmlns:a16="http://schemas.microsoft.com/office/drawing/2014/main" id="{1D4BD748-9BCE-F091-F580-090C381F95E6}"/>
              </a:ext>
            </a:extLst>
          </p:cNvPr>
          <p:cNvSpPr txBox="1"/>
          <p:nvPr/>
        </p:nvSpPr>
        <p:spPr>
          <a:xfrm>
            <a:off x="8817754" y="3915156"/>
            <a:ext cx="2882246" cy="64697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425"/>
              </a:spcBef>
            </a:pPr>
            <a:r>
              <a:rPr lang="es-ES" sz="2000" b="1" spc="-10" dirty="0">
                <a:latin typeface="Calibri"/>
                <a:cs typeface="Calibri"/>
              </a:rPr>
              <a:t>Texto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330"/>
              </a:spcBef>
            </a:pPr>
            <a:r>
              <a:rPr lang="es-ES" sz="2000" dirty="0">
                <a:latin typeface="Calibri"/>
                <a:cs typeface="Calibri"/>
              </a:rPr>
              <a:t>Texto, texto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7D428F7C-35A2-EDE4-9B77-BD43DB8E5F9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030" y="3967879"/>
            <a:ext cx="335292" cy="335292"/>
          </a:xfrm>
          <a:prstGeom prst="rect">
            <a:avLst/>
          </a:prstGeom>
        </p:spPr>
      </p:pic>
      <p:sp>
        <p:nvSpPr>
          <p:cNvPr id="37" name="object 15">
            <a:extLst>
              <a:ext uri="{FF2B5EF4-FFF2-40B4-BE49-F238E27FC236}">
                <a16:creationId xmlns:a16="http://schemas.microsoft.com/office/drawing/2014/main" id="{9B94CE00-438B-4FF5-D85E-E3E788D33DD0}"/>
              </a:ext>
            </a:extLst>
          </p:cNvPr>
          <p:cNvSpPr txBox="1"/>
          <p:nvPr/>
        </p:nvSpPr>
        <p:spPr>
          <a:xfrm>
            <a:off x="8817754" y="4771028"/>
            <a:ext cx="2882246" cy="64697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425"/>
              </a:spcBef>
            </a:pPr>
            <a:r>
              <a:rPr lang="es-ES" sz="2000" b="1" spc="-10" dirty="0">
                <a:latin typeface="Calibri"/>
                <a:cs typeface="Calibri"/>
              </a:rPr>
              <a:t>Texto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330"/>
              </a:spcBef>
            </a:pPr>
            <a:r>
              <a:rPr lang="es-ES" sz="2000" dirty="0">
                <a:latin typeface="Calibri"/>
                <a:cs typeface="Calibri"/>
              </a:rPr>
              <a:t>Texto, texto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4AF2F60E-F0A4-F25C-B3F3-BA8BDCF391A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030" y="4823751"/>
            <a:ext cx="335292" cy="335292"/>
          </a:xfrm>
          <a:prstGeom prst="rect">
            <a:avLst/>
          </a:prstGeom>
        </p:spPr>
      </p:pic>
      <p:sp>
        <p:nvSpPr>
          <p:cNvPr id="6" name="Marcador de texto 20">
            <a:extLst>
              <a:ext uri="{FF2B5EF4-FFF2-40B4-BE49-F238E27FC236}">
                <a16:creationId xmlns:a16="http://schemas.microsoft.com/office/drawing/2014/main" id="{5143BB4D-45F1-05EC-DA16-B2FE182147CF}"/>
              </a:ext>
            </a:extLst>
          </p:cNvPr>
          <p:cNvSpPr txBox="1">
            <a:spLocks/>
          </p:cNvSpPr>
          <p:nvPr/>
        </p:nvSpPr>
        <p:spPr>
          <a:xfrm>
            <a:off x="360000" y="4823751"/>
            <a:ext cx="7666771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965716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0FA9582E-E998-8A69-6A4E-183A9092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 dirty="0"/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1013E1D3-3AB8-03A2-08CB-55E3BB3910F8}"/>
              </a:ext>
            </a:extLst>
          </p:cNvPr>
          <p:cNvGrpSpPr/>
          <p:nvPr/>
        </p:nvGrpSpPr>
        <p:grpSpPr>
          <a:xfrm>
            <a:off x="360000" y="1570182"/>
            <a:ext cx="2512473" cy="3980874"/>
            <a:chOff x="360000" y="1681018"/>
            <a:chExt cx="2512473" cy="3980874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9E7482A-8CF8-2194-ED7E-DF26AC27D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0000" y="1681018"/>
              <a:ext cx="2512473" cy="3980874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7AFD199-6A07-01C8-61E8-F5EBDFDC785E}"/>
                </a:ext>
              </a:extLst>
            </p:cNvPr>
            <p:cNvSpPr txBox="1"/>
            <p:nvPr/>
          </p:nvSpPr>
          <p:spPr>
            <a:xfrm>
              <a:off x="703374" y="2177663"/>
              <a:ext cx="1846318" cy="64513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SemiBold" pitchFamily="2" charset="0"/>
                  <a:ea typeface="Inter Tight SemiBold" pitchFamily="2" charset="0"/>
                  <a:cs typeface="Inter Tight SemiBold" pitchFamily="2" charset="0"/>
                </a:rPr>
                <a:t>Título</a:t>
              </a:r>
            </a:p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SemiBold" pitchFamily="2" charset="0"/>
                  <a:ea typeface="Inter Tight SemiBold" pitchFamily="2" charset="0"/>
                  <a:cs typeface="Inter Tight SemiBold" pitchFamily="2" charset="0"/>
                </a:rPr>
                <a:t>Título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9382C1E-4BA8-5B07-9B44-5474D3DA4C39}"/>
                </a:ext>
              </a:extLst>
            </p:cNvPr>
            <p:cNvSpPr txBox="1"/>
            <p:nvPr/>
          </p:nvSpPr>
          <p:spPr>
            <a:xfrm>
              <a:off x="703375" y="2961447"/>
              <a:ext cx="1788558" cy="1858970"/>
            </a:xfrm>
            <a:prstGeom prst="rect">
              <a:avLst/>
            </a:prstGeom>
            <a:noFill/>
          </p:spPr>
          <p:txBody>
            <a:bodyPr wrap="square" lIns="36000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3E22A041-24E7-03BE-5B66-CD2EDDCBE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2961447"/>
              <a:ext cx="220123" cy="220123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F8C77CD-42F8-3549-8656-C7D8D102E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3447442"/>
              <a:ext cx="220123" cy="220123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E1045F50-6EAF-EE7C-03A0-F186A3C76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3933437"/>
              <a:ext cx="220123" cy="220123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DB86EE08-6317-1D43-ED9A-4E336EFEA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4419432"/>
              <a:ext cx="220123" cy="220123"/>
            </a:xfrm>
            <a:prstGeom prst="rect">
              <a:avLst/>
            </a:prstGeom>
          </p:spPr>
        </p:pic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4771E68D-FBD7-37D1-F4B1-76D6DE995547}"/>
                </a:ext>
              </a:extLst>
            </p:cNvPr>
            <p:cNvSpPr txBox="1"/>
            <p:nvPr/>
          </p:nvSpPr>
          <p:spPr>
            <a:xfrm>
              <a:off x="1997375" y="5203837"/>
              <a:ext cx="731558" cy="3323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01</a:t>
              </a:r>
              <a:endParaRPr lang="es-PE" sz="2800" b="1" dirty="0">
                <a:solidFill>
                  <a:schemeClr val="accent1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endParaRPr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FE4F613E-990B-307B-D2AD-F866E4631343}"/>
              </a:ext>
            </a:extLst>
          </p:cNvPr>
          <p:cNvGrpSpPr/>
          <p:nvPr/>
        </p:nvGrpSpPr>
        <p:grpSpPr>
          <a:xfrm>
            <a:off x="3254061" y="1570182"/>
            <a:ext cx="2512473" cy="3980874"/>
            <a:chOff x="360000" y="1681018"/>
            <a:chExt cx="2512473" cy="3980874"/>
          </a:xfrm>
        </p:grpSpPr>
        <p:pic>
          <p:nvPicPr>
            <p:cNvPr id="70" name="Imagen 69">
              <a:extLst>
                <a:ext uri="{FF2B5EF4-FFF2-40B4-BE49-F238E27FC236}">
                  <a16:creationId xmlns:a16="http://schemas.microsoft.com/office/drawing/2014/main" id="{1833927C-E91F-AB0B-C3F4-F8FC77882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0000" y="1681018"/>
              <a:ext cx="2512473" cy="3980874"/>
            </a:xfrm>
            <a:prstGeom prst="rect">
              <a:avLst/>
            </a:prstGeom>
          </p:spPr>
        </p:pic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1256E689-0202-41E2-AA46-844519E11820}"/>
                </a:ext>
              </a:extLst>
            </p:cNvPr>
            <p:cNvSpPr txBox="1"/>
            <p:nvPr/>
          </p:nvSpPr>
          <p:spPr>
            <a:xfrm>
              <a:off x="703374" y="2177663"/>
              <a:ext cx="1846318" cy="64513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SemiBold" pitchFamily="2" charset="0"/>
                  <a:ea typeface="Inter Tight SemiBold" pitchFamily="2" charset="0"/>
                  <a:cs typeface="Inter Tight SemiBold" pitchFamily="2" charset="0"/>
                </a:rPr>
                <a:t>Título</a:t>
              </a:r>
            </a:p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SemiBold" pitchFamily="2" charset="0"/>
                  <a:ea typeface="Inter Tight SemiBold" pitchFamily="2" charset="0"/>
                  <a:cs typeface="Inter Tight SemiBold" pitchFamily="2" charset="0"/>
                </a:rPr>
                <a:t>Título</a:t>
              </a:r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5A0E1012-A871-AA36-7D4B-C35A427A58D6}"/>
                </a:ext>
              </a:extLst>
            </p:cNvPr>
            <p:cNvSpPr txBox="1"/>
            <p:nvPr/>
          </p:nvSpPr>
          <p:spPr>
            <a:xfrm>
              <a:off x="703375" y="2961447"/>
              <a:ext cx="1788558" cy="1858970"/>
            </a:xfrm>
            <a:prstGeom prst="rect">
              <a:avLst/>
            </a:prstGeom>
            <a:noFill/>
          </p:spPr>
          <p:txBody>
            <a:bodyPr wrap="square" lIns="36000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</p:txBody>
        </p:sp>
        <p:pic>
          <p:nvPicPr>
            <p:cNvPr id="73" name="Imagen 72">
              <a:extLst>
                <a:ext uri="{FF2B5EF4-FFF2-40B4-BE49-F238E27FC236}">
                  <a16:creationId xmlns:a16="http://schemas.microsoft.com/office/drawing/2014/main" id="{7ABBE435-7C85-B1A2-F393-4DCBBF762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2961447"/>
              <a:ext cx="220123" cy="220123"/>
            </a:xfrm>
            <a:prstGeom prst="rect">
              <a:avLst/>
            </a:prstGeom>
          </p:spPr>
        </p:pic>
        <p:pic>
          <p:nvPicPr>
            <p:cNvPr id="74" name="Imagen 73">
              <a:extLst>
                <a:ext uri="{FF2B5EF4-FFF2-40B4-BE49-F238E27FC236}">
                  <a16:creationId xmlns:a16="http://schemas.microsoft.com/office/drawing/2014/main" id="{AC96B418-2A2E-B7D9-C2D9-13CD197EC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3447442"/>
              <a:ext cx="220123" cy="220123"/>
            </a:xfrm>
            <a:prstGeom prst="rect">
              <a:avLst/>
            </a:prstGeom>
          </p:spPr>
        </p:pic>
        <p:pic>
          <p:nvPicPr>
            <p:cNvPr id="75" name="Imagen 74">
              <a:extLst>
                <a:ext uri="{FF2B5EF4-FFF2-40B4-BE49-F238E27FC236}">
                  <a16:creationId xmlns:a16="http://schemas.microsoft.com/office/drawing/2014/main" id="{1750C710-5066-DF43-8417-5D3593AE8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3933437"/>
              <a:ext cx="220123" cy="220123"/>
            </a:xfrm>
            <a:prstGeom prst="rect">
              <a:avLst/>
            </a:prstGeom>
          </p:spPr>
        </p:pic>
        <p:pic>
          <p:nvPicPr>
            <p:cNvPr id="76" name="Imagen 75">
              <a:extLst>
                <a:ext uri="{FF2B5EF4-FFF2-40B4-BE49-F238E27FC236}">
                  <a16:creationId xmlns:a16="http://schemas.microsoft.com/office/drawing/2014/main" id="{733E135C-06B3-8989-C50F-0B0C64820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4419432"/>
              <a:ext cx="220123" cy="220123"/>
            </a:xfrm>
            <a:prstGeom prst="rect">
              <a:avLst/>
            </a:prstGeom>
          </p:spPr>
        </p:pic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534F4AF5-3B92-BE0C-7C37-82EB1A50B66D}"/>
                </a:ext>
              </a:extLst>
            </p:cNvPr>
            <p:cNvSpPr txBox="1"/>
            <p:nvPr/>
          </p:nvSpPr>
          <p:spPr>
            <a:xfrm>
              <a:off x="1997375" y="5203837"/>
              <a:ext cx="731558" cy="3323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02</a:t>
              </a:r>
              <a:endParaRPr lang="es-PE" sz="2800" b="1" dirty="0">
                <a:solidFill>
                  <a:schemeClr val="accent1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EAC055B0-1F0A-16FC-6048-E9DB59F7E704}"/>
              </a:ext>
            </a:extLst>
          </p:cNvPr>
          <p:cNvGrpSpPr/>
          <p:nvPr/>
        </p:nvGrpSpPr>
        <p:grpSpPr>
          <a:xfrm>
            <a:off x="6148122" y="1570182"/>
            <a:ext cx="2512473" cy="3980874"/>
            <a:chOff x="360000" y="1681018"/>
            <a:chExt cx="2512473" cy="3980874"/>
          </a:xfrm>
        </p:grpSpPr>
        <p:pic>
          <p:nvPicPr>
            <p:cNvPr id="79" name="Imagen 78">
              <a:extLst>
                <a:ext uri="{FF2B5EF4-FFF2-40B4-BE49-F238E27FC236}">
                  <a16:creationId xmlns:a16="http://schemas.microsoft.com/office/drawing/2014/main" id="{9BB80E8C-B1EF-FB50-AB33-88DA36A20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0000" y="1681018"/>
              <a:ext cx="2512473" cy="3980874"/>
            </a:xfrm>
            <a:prstGeom prst="rect">
              <a:avLst/>
            </a:prstGeom>
          </p:spPr>
        </p:pic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27F839BD-ADE8-C459-BB8A-53C5530EFB0B}"/>
                </a:ext>
              </a:extLst>
            </p:cNvPr>
            <p:cNvSpPr txBox="1"/>
            <p:nvPr/>
          </p:nvSpPr>
          <p:spPr>
            <a:xfrm>
              <a:off x="703374" y="2177663"/>
              <a:ext cx="1846318" cy="64513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SemiBold" pitchFamily="2" charset="0"/>
                  <a:ea typeface="Inter Tight SemiBold" pitchFamily="2" charset="0"/>
                  <a:cs typeface="Inter Tight SemiBold" pitchFamily="2" charset="0"/>
                </a:rPr>
                <a:t>Título</a:t>
              </a:r>
            </a:p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SemiBold" pitchFamily="2" charset="0"/>
                  <a:ea typeface="Inter Tight SemiBold" pitchFamily="2" charset="0"/>
                  <a:cs typeface="Inter Tight SemiBold" pitchFamily="2" charset="0"/>
                </a:rPr>
                <a:t>Título</a:t>
              </a:r>
            </a:p>
          </p:txBody>
        </p:sp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29436D90-A6A3-8E03-6338-162BF6B1ED68}"/>
                </a:ext>
              </a:extLst>
            </p:cNvPr>
            <p:cNvSpPr txBox="1"/>
            <p:nvPr/>
          </p:nvSpPr>
          <p:spPr>
            <a:xfrm>
              <a:off x="703375" y="2961447"/>
              <a:ext cx="1788558" cy="1858970"/>
            </a:xfrm>
            <a:prstGeom prst="rect">
              <a:avLst/>
            </a:prstGeom>
            <a:noFill/>
          </p:spPr>
          <p:txBody>
            <a:bodyPr wrap="square" lIns="36000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</p:txBody>
        </p:sp>
        <p:pic>
          <p:nvPicPr>
            <p:cNvPr id="82" name="Imagen 81">
              <a:extLst>
                <a:ext uri="{FF2B5EF4-FFF2-40B4-BE49-F238E27FC236}">
                  <a16:creationId xmlns:a16="http://schemas.microsoft.com/office/drawing/2014/main" id="{C1188FB1-2F94-6AB0-59A9-8BA578953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2961447"/>
              <a:ext cx="220123" cy="220123"/>
            </a:xfrm>
            <a:prstGeom prst="rect">
              <a:avLst/>
            </a:prstGeom>
          </p:spPr>
        </p:pic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29EF7C70-3041-18A7-10BE-194643855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3447442"/>
              <a:ext cx="220123" cy="220123"/>
            </a:xfrm>
            <a:prstGeom prst="rect">
              <a:avLst/>
            </a:prstGeom>
          </p:spPr>
        </p:pic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AAC9EB0A-3EB6-9DF9-E74D-91C5F2656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3933437"/>
              <a:ext cx="220123" cy="220123"/>
            </a:xfrm>
            <a:prstGeom prst="rect">
              <a:avLst/>
            </a:prstGeom>
          </p:spPr>
        </p:pic>
        <p:pic>
          <p:nvPicPr>
            <p:cNvPr id="85" name="Imagen 84">
              <a:extLst>
                <a:ext uri="{FF2B5EF4-FFF2-40B4-BE49-F238E27FC236}">
                  <a16:creationId xmlns:a16="http://schemas.microsoft.com/office/drawing/2014/main" id="{BAB5EB8D-2B8B-6148-36C3-6FC36FB4D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4419432"/>
              <a:ext cx="220123" cy="220123"/>
            </a:xfrm>
            <a:prstGeom prst="rect">
              <a:avLst/>
            </a:prstGeom>
          </p:spPr>
        </p:pic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B2ED3F57-3118-624D-4DDF-2236B8B47D9A}"/>
                </a:ext>
              </a:extLst>
            </p:cNvPr>
            <p:cNvSpPr txBox="1"/>
            <p:nvPr/>
          </p:nvSpPr>
          <p:spPr>
            <a:xfrm>
              <a:off x="1997375" y="5203837"/>
              <a:ext cx="731558" cy="3323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03</a:t>
              </a:r>
              <a:endParaRPr lang="es-PE" sz="2800" b="1" dirty="0">
                <a:solidFill>
                  <a:schemeClr val="accent1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endParaRPr>
            </a:p>
          </p:txBody>
        </p:sp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4B3E25A2-F77E-8705-F0F5-DF68C026621B}"/>
              </a:ext>
            </a:extLst>
          </p:cNvPr>
          <p:cNvGrpSpPr/>
          <p:nvPr/>
        </p:nvGrpSpPr>
        <p:grpSpPr>
          <a:xfrm>
            <a:off x="9042182" y="1570182"/>
            <a:ext cx="2512473" cy="3980874"/>
            <a:chOff x="360000" y="1681018"/>
            <a:chExt cx="2512473" cy="3980874"/>
          </a:xfrm>
        </p:grpSpPr>
        <p:pic>
          <p:nvPicPr>
            <p:cNvPr id="88" name="Imagen 87">
              <a:extLst>
                <a:ext uri="{FF2B5EF4-FFF2-40B4-BE49-F238E27FC236}">
                  <a16:creationId xmlns:a16="http://schemas.microsoft.com/office/drawing/2014/main" id="{44918C79-367F-87F6-3AED-4F9717B80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0000" y="1681018"/>
              <a:ext cx="2512473" cy="3980874"/>
            </a:xfrm>
            <a:prstGeom prst="rect">
              <a:avLst/>
            </a:prstGeom>
          </p:spPr>
        </p:pic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277CA37A-014A-52A6-3B46-36C2DD0317C2}"/>
                </a:ext>
              </a:extLst>
            </p:cNvPr>
            <p:cNvSpPr txBox="1"/>
            <p:nvPr/>
          </p:nvSpPr>
          <p:spPr>
            <a:xfrm>
              <a:off x="703374" y="2177663"/>
              <a:ext cx="1846318" cy="64513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SemiBold" pitchFamily="2" charset="0"/>
                  <a:ea typeface="Inter Tight SemiBold" pitchFamily="2" charset="0"/>
                  <a:cs typeface="Inter Tight SemiBold" pitchFamily="2" charset="0"/>
                </a:rPr>
                <a:t>Título</a:t>
              </a:r>
            </a:p>
            <a:p>
              <a:pPr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SemiBold" pitchFamily="2" charset="0"/>
                  <a:ea typeface="Inter Tight SemiBold" pitchFamily="2" charset="0"/>
                  <a:cs typeface="Inter Tight SemiBold" pitchFamily="2" charset="0"/>
                </a:rPr>
                <a:t>Título</a:t>
              </a:r>
            </a:p>
          </p:txBody>
        </p:sp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F4CB90CE-FAF1-A21C-6088-2E4BF72629BB}"/>
                </a:ext>
              </a:extLst>
            </p:cNvPr>
            <p:cNvSpPr txBox="1"/>
            <p:nvPr/>
          </p:nvSpPr>
          <p:spPr>
            <a:xfrm>
              <a:off x="703375" y="2961447"/>
              <a:ext cx="1788558" cy="1858970"/>
            </a:xfrm>
            <a:prstGeom prst="rect">
              <a:avLst/>
            </a:prstGeom>
            <a:noFill/>
          </p:spPr>
          <p:txBody>
            <a:bodyPr wrap="square" lIns="36000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  <a:p>
              <a:pPr>
                <a:lnSpc>
                  <a:spcPct val="90000"/>
                </a:lnSpc>
                <a:spcAft>
                  <a:spcPts val="800"/>
                </a:spcAft>
              </a:pPr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Inter Tight Medium" pitchFamily="2" charset="0"/>
                  <a:cs typeface="Calibri" panose="020F0502020204030204" pitchFamily="34" charset="0"/>
                </a:rPr>
                <a:t>Texto, texto, texto, texto.</a:t>
              </a:r>
            </a:p>
          </p:txBody>
        </p:sp>
        <p:pic>
          <p:nvPicPr>
            <p:cNvPr id="91" name="Imagen 90">
              <a:extLst>
                <a:ext uri="{FF2B5EF4-FFF2-40B4-BE49-F238E27FC236}">
                  <a16:creationId xmlns:a16="http://schemas.microsoft.com/office/drawing/2014/main" id="{1B4FD7D8-B430-1456-5005-806AB4140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2961447"/>
              <a:ext cx="220123" cy="220123"/>
            </a:xfrm>
            <a:prstGeom prst="rect">
              <a:avLst/>
            </a:prstGeom>
          </p:spPr>
        </p:pic>
        <p:pic>
          <p:nvPicPr>
            <p:cNvPr id="92" name="Imagen 91">
              <a:extLst>
                <a:ext uri="{FF2B5EF4-FFF2-40B4-BE49-F238E27FC236}">
                  <a16:creationId xmlns:a16="http://schemas.microsoft.com/office/drawing/2014/main" id="{4B8957F6-152B-84F0-86D3-8B5148BFA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3447442"/>
              <a:ext cx="220123" cy="220123"/>
            </a:xfrm>
            <a:prstGeom prst="rect">
              <a:avLst/>
            </a:prstGeom>
          </p:spPr>
        </p:pic>
        <p:pic>
          <p:nvPicPr>
            <p:cNvPr id="93" name="Imagen 92">
              <a:extLst>
                <a:ext uri="{FF2B5EF4-FFF2-40B4-BE49-F238E27FC236}">
                  <a16:creationId xmlns:a16="http://schemas.microsoft.com/office/drawing/2014/main" id="{2F24F85A-3406-3DC0-0101-FBF95CA43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3933437"/>
              <a:ext cx="220123" cy="220123"/>
            </a:xfrm>
            <a:prstGeom prst="rect">
              <a:avLst/>
            </a:prstGeom>
          </p:spPr>
        </p:pic>
        <p:pic>
          <p:nvPicPr>
            <p:cNvPr id="94" name="Imagen 93">
              <a:extLst>
                <a:ext uri="{FF2B5EF4-FFF2-40B4-BE49-F238E27FC236}">
                  <a16:creationId xmlns:a16="http://schemas.microsoft.com/office/drawing/2014/main" id="{440508AA-A40A-B9D6-1D18-52DE616CC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3374" y="4419432"/>
              <a:ext cx="220123" cy="220123"/>
            </a:xfrm>
            <a:prstGeom prst="rect">
              <a:avLst/>
            </a:prstGeom>
          </p:spPr>
        </p:pic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FFFF9BCE-548E-36EB-B056-B7253EC2981B}"/>
                </a:ext>
              </a:extLst>
            </p:cNvPr>
            <p:cNvSpPr txBox="1"/>
            <p:nvPr/>
          </p:nvSpPr>
          <p:spPr>
            <a:xfrm>
              <a:off x="1997375" y="5203837"/>
              <a:ext cx="731558" cy="3323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lang="es-PE" sz="2400" b="1" dirty="0">
                  <a:solidFill>
                    <a:schemeClr val="accent1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04</a:t>
              </a:r>
              <a:endParaRPr lang="es-PE" sz="2800" b="1" dirty="0">
                <a:solidFill>
                  <a:schemeClr val="accent1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0766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426F4711-65A9-4C6C-5E69-660B63152E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5037" y="424180"/>
            <a:ext cx="1571304" cy="1571303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6489D5C7-8BE3-F925-0749-18B7322F6F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8803" y="3956827"/>
            <a:ext cx="1571304" cy="2356955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BBEA8190-A8FE-118F-6281-3C0F2CD55A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9959" y="2172395"/>
            <a:ext cx="2356955" cy="157130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CD311CC8-84AC-91BE-4FFA-A58E46DDE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4679" y="424180"/>
            <a:ext cx="1571304" cy="1571303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A60F40F-44AD-346E-C65D-75FDEACC3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4628" y="3956827"/>
            <a:ext cx="1571304" cy="235695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7D51B145-00F6-0E1C-3AAA-0FF7FCC74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4679" y="2172395"/>
            <a:ext cx="2356955" cy="1571303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9197940D-446E-7480-0351-CBB11A98E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04917" y="424180"/>
            <a:ext cx="1571304" cy="1571303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A2340550-02D8-CA47-7CCF-765603A811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97412" y="3956827"/>
            <a:ext cx="1571304" cy="2356955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0FFB26E9-99B1-6CC3-A619-36D43B7C8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68199" y="2172395"/>
            <a:ext cx="2356955" cy="157130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2DB48ABC-299F-FF33-3BAB-F041A7A25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44798" y="424180"/>
            <a:ext cx="1571304" cy="1571303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C07CB01A-DDF8-8834-F1F1-D47ED26A3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06020" y="3956827"/>
            <a:ext cx="1571304" cy="2356955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E680BEAB-366A-12F3-2121-C6A84585A0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26439" y="2172395"/>
            <a:ext cx="2356955" cy="1571303"/>
          </a:xfrm>
          <a:prstGeom prst="rect">
            <a:avLst/>
          </a:prstGeom>
        </p:spPr>
      </p:pic>
      <p:sp>
        <p:nvSpPr>
          <p:cNvPr id="45" name="object 15">
            <a:extLst>
              <a:ext uri="{FF2B5EF4-FFF2-40B4-BE49-F238E27FC236}">
                <a16:creationId xmlns:a16="http://schemas.microsoft.com/office/drawing/2014/main" id="{E730144B-0528-D3BA-7D42-610C9150CE22}"/>
              </a:ext>
            </a:extLst>
          </p:cNvPr>
          <p:cNvSpPr txBox="1"/>
          <p:nvPr/>
        </p:nvSpPr>
        <p:spPr>
          <a:xfrm>
            <a:off x="351177" y="424180"/>
            <a:ext cx="1282488" cy="38690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425"/>
              </a:spcBef>
            </a:pPr>
            <a:r>
              <a:rPr lang="es-ES" sz="1200" b="1" spc="-10" dirty="0">
                <a:latin typeface="Calibri"/>
                <a:cs typeface="Calibri"/>
              </a:rPr>
              <a:t>Marcos o cuadros para textos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20BD45A8-EA55-2D2D-A44E-2564C998B337}"/>
              </a:ext>
            </a:extLst>
          </p:cNvPr>
          <p:cNvGrpSpPr/>
          <p:nvPr/>
        </p:nvGrpSpPr>
        <p:grpSpPr>
          <a:xfrm>
            <a:off x="313375" y="1549755"/>
            <a:ext cx="1095600" cy="3692805"/>
            <a:chOff x="313375" y="1549755"/>
            <a:chExt cx="1282488" cy="4322725"/>
          </a:xfrm>
        </p:grpSpPr>
        <p:pic>
          <p:nvPicPr>
            <p:cNvPr id="46" name="Gráfico 45">
              <a:extLst>
                <a:ext uri="{FF2B5EF4-FFF2-40B4-BE49-F238E27FC236}">
                  <a16:creationId xmlns:a16="http://schemas.microsoft.com/office/drawing/2014/main" id="{FE2324EB-DB7C-E361-2522-3541141BEC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3375" y="1549755"/>
              <a:ext cx="603442" cy="603441"/>
            </a:xfrm>
            <a:prstGeom prst="rect">
              <a:avLst/>
            </a:prstGeom>
          </p:spPr>
        </p:pic>
        <p:pic>
          <p:nvPicPr>
            <p:cNvPr id="47" name="Gráfico 46">
              <a:extLst>
                <a:ext uri="{FF2B5EF4-FFF2-40B4-BE49-F238E27FC236}">
                  <a16:creationId xmlns:a16="http://schemas.microsoft.com/office/drawing/2014/main" id="{A243214C-3040-2953-C8C1-637419FF2C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13375" y="2293612"/>
              <a:ext cx="603442" cy="603441"/>
            </a:xfrm>
            <a:prstGeom prst="rect">
              <a:avLst/>
            </a:prstGeom>
          </p:spPr>
        </p:pic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F48DDF1B-D78D-5292-2302-A8A2B258A9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13375" y="3781327"/>
              <a:ext cx="603442" cy="603441"/>
            </a:xfrm>
            <a:prstGeom prst="rect">
              <a:avLst/>
            </a:prstGeom>
          </p:spPr>
        </p:pic>
        <p:pic>
          <p:nvPicPr>
            <p:cNvPr id="49" name="Gráfico 48">
              <a:extLst>
                <a:ext uri="{FF2B5EF4-FFF2-40B4-BE49-F238E27FC236}">
                  <a16:creationId xmlns:a16="http://schemas.microsoft.com/office/drawing/2014/main" id="{86210298-EBD0-6B36-A68E-CA447A76F5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13375" y="4525184"/>
              <a:ext cx="603442" cy="603441"/>
            </a:xfrm>
            <a:prstGeom prst="rect">
              <a:avLst/>
            </a:prstGeom>
          </p:spPr>
        </p:pic>
        <p:pic>
          <p:nvPicPr>
            <p:cNvPr id="50" name="Gráfico 49">
              <a:extLst>
                <a:ext uri="{FF2B5EF4-FFF2-40B4-BE49-F238E27FC236}">
                  <a16:creationId xmlns:a16="http://schemas.microsoft.com/office/drawing/2014/main" id="{31E24247-23A7-5F5D-790B-987096AE29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13375" y="5269039"/>
              <a:ext cx="603442" cy="603441"/>
            </a:xfrm>
            <a:prstGeom prst="rect">
              <a:avLst/>
            </a:prstGeom>
          </p:spPr>
        </p:pic>
        <p:pic>
          <p:nvPicPr>
            <p:cNvPr id="52" name="Gráfico 51">
              <a:extLst>
                <a:ext uri="{FF2B5EF4-FFF2-40B4-BE49-F238E27FC236}">
                  <a16:creationId xmlns:a16="http://schemas.microsoft.com/office/drawing/2014/main" id="{4C796B43-9DD1-85BB-E62E-0F4BF41647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13375" y="3037469"/>
              <a:ext cx="603442" cy="603441"/>
            </a:xfrm>
            <a:prstGeom prst="rect">
              <a:avLst/>
            </a:prstGeom>
          </p:spPr>
        </p:pic>
        <p:pic>
          <p:nvPicPr>
            <p:cNvPr id="54" name="Gráfico 53">
              <a:extLst>
                <a:ext uri="{FF2B5EF4-FFF2-40B4-BE49-F238E27FC236}">
                  <a16:creationId xmlns:a16="http://schemas.microsoft.com/office/drawing/2014/main" id="{70E39524-E0F9-A9CE-A2DA-5B5CD145F5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92421" y="1549755"/>
              <a:ext cx="603442" cy="603441"/>
            </a:xfrm>
            <a:prstGeom prst="rect">
              <a:avLst/>
            </a:prstGeom>
          </p:spPr>
        </p:pic>
        <p:pic>
          <p:nvPicPr>
            <p:cNvPr id="55" name="Gráfico 54">
              <a:extLst>
                <a:ext uri="{FF2B5EF4-FFF2-40B4-BE49-F238E27FC236}">
                  <a16:creationId xmlns:a16="http://schemas.microsoft.com/office/drawing/2014/main" id="{8AB2FA2E-3629-2362-A87E-D042ECEE2B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92421" y="2293611"/>
              <a:ext cx="603442" cy="603441"/>
            </a:xfrm>
            <a:prstGeom prst="rect">
              <a:avLst/>
            </a:prstGeom>
          </p:spPr>
        </p:pic>
      </p:grpSp>
      <p:sp>
        <p:nvSpPr>
          <p:cNvPr id="56" name="object 15">
            <a:extLst>
              <a:ext uri="{FF2B5EF4-FFF2-40B4-BE49-F238E27FC236}">
                <a16:creationId xmlns:a16="http://schemas.microsoft.com/office/drawing/2014/main" id="{8D5B6B71-F7D6-006F-9D63-801E8AA449B4}"/>
              </a:ext>
            </a:extLst>
          </p:cNvPr>
          <p:cNvSpPr txBox="1"/>
          <p:nvPr/>
        </p:nvSpPr>
        <p:spPr>
          <a:xfrm>
            <a:off x="351177" y="1258845"/>
            <a:ext cx="1282488" cy="22070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425"/>
              </a:spcBef>
            </a:pPr>
            <a:r>
              <a:rPr lang="es-ES" sz="1200" b="1" spc="-10" dirty="0">
                <a:latin typeface="Calibri"/>
                <a:cs typeface="Calibri"/>
              </a:rPr>
              <a:t>Colores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7131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A560-DC93-66C2-FFBE-D3516419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15">
            <a:extLst>
              <a:ext uri="{FF2B5EF4-FFF2-40B4-BE49-F238E27FC236}">
                <a16:creationId xmlns:a16="http://schemas.microsoft.com/office/drawing/2014/main" id="{B8CA36A4-B9A2-B8D3-D92D-F1E13ADA0FC3}"/>
              </a:ext>
            </a:extLst>
          </p:cNvPr>
          <p:cNvSpPr txBox="1"/>
          <p:nvPr/>
        </p:nvSpPr>
        <p:spPr>
          <a:xfrm>
            <a:off x="351177" y="424180"/>
            <a:ext cx="1282488" cy="38690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425"/>
              </a:spcBef>
            </a:pPr>
            <a:r>
              <a:rPr lang="es-ES" sz="1200" b="1" spc="-10" dirty="0">
                <a:latin typeface="Calibri"/>
                <a:cs typeface="Calibri"/>
              </a:rPr>
              <a:t>Marcos o cuadros para textos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82DE5DCA-D31D-05E3-471C-1146B4AC8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3441" y="424180"/>
            <a:ext cx="2219941" cy="2219941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DCE144F7-F28F-4A67-E5B7-8F866CD08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1754" y="424180"/>
            <a:ext cx="2219941" cy="3329912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2B4E288-B7CE-D723-7E5D-0758C85C8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7474" y="4191019"/>
            <a:ext cx="3329912" cy="221994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318BCFD-B88B-47E2-50DD-B37A9A6BB3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69285" y="424180"/>
            <a:ext cx="2219941" cy="2219941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557747CD-31A8-0BEE-5F2E-C0697767D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7598" y="424180"/>
            <a:ext cx="2219941" cy="3329912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34118626-404D-1D70-7104-EFABD0E2D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51754" y="4191019"/>
            <a:ext cx="3329912" cy="221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17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CC5CEC-398D-877A-4051-CE8C56739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419" y="1869101"/>
            <a:ext cx="1048415" cy="104841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420FFE-8F24-8251-82D2-DA61639C2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406" y="3419258"/>
            <a:ext cx="1048415" cy="10484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571B60E-A8D8-6FFB-F3AC-D546666E8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979" y="3419258"/>
            <a:ext cx="1048415" cy="10484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442FD5D-BA1A-8668-6594-799C757DD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5552" y="3419258"/>
            <a:ext cx="1048415" cy="104841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1C4F5AD-9FBE-4261-04C7-E4BD1567A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3126" y="3419258"/>
            <a:ext cx="1048415" cy="104841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632C2C5-E1A0-BA92-0F52-88D4EB47B6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699" y="3419258"/>
            <a:ext cx="1048415" cy="104841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908C9F6-A219-AF8E-FA8E-5F3E5575ED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8272" y="3419258"/>
            <a:ext cx="1048415" cy="104841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D19F170-8BEC-7A45-5F70-C47173D7A2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5845" y="3419258"/>
            <a:ext cx="1048415" cy="104841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97BB598-AFA0-97AE-7611-CA6EF0C7A0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3419" y="3419258"/>
            <a:ext cx="1048415" cy="104841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4DF0F76-8406-AD07-1961-3358CF6601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0406" y="4969415"/>
            <a:ext cx="1048415" cy="104841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BFD5E81D-B9BE-F7E6-CE43-F112BCE7B25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27979" y="4969415"/>
            <a:ext cx="1048415" cy="104841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61B4EAF4-47C9-2F3F-598B-792BAE89755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55552" y="4969415"/>
            <a:ext cx="1048415" cy="1048415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0485849-DDDD-6CAF-4376-45D70451F16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83126" y="4969415"/>
            <a:ext cx="1048415" cy="1048415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2F72650C-5CD9-9B6E-6111-4CF6E902AB3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0699" y="4969415"/>
            <a:ext cx="1048415" cy="104841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0AC00378-50BE-ACEB-F6D2-71C4B2ABD30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38272" y="4969415"/>
            <a:ext cx="1048415" cy="1048415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D4E6FF66-D35D-EDDD-0220-A44A50ED472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65845" y="4969415"/>
            <a:ext cx="1048415" cy="104841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89DBB4B4-0378-5762-EAF3-DE56406274D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00406" y="401319"/>
            <a:ext cx="1048415" cy="104841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523B2FCC-A401-4F5F-2213-283B7B895C8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27979" y="401319"/>
            <a:ext cx="1048415" cy="104841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FFFC5FCD-973A-0F9D-77A7-DF21E9B7031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55552" y="401319"/>
            <a:ext cx="1048415" cy="1048415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F63F163C-5569-F47E-D93A-F251741B989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83126" y="401319"/>
            <a:ext cx="1048415" cy="1048415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980912DD-A9F8-A0BB-51CF-0ED33957B6B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0699" y="401319"/>
            <a:ext cx="1048415" cy="1048415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AFC1C311-1FAE-BD3A-CFFE-A9070B5566F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38272" y="401319"/>
            <a:ext cx="1048415" cy="1048415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1362E061-5B5C-558B-2702-BCB0C414F43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65845" y="401319"/>
            <a:ext cx="1048415" cy="1048415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8F4E1B6A-00D5-6CCF-9A64-151DA285F80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93419" y="401319"/>
            <a:ext cx="1048415" cy="1048415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908500CB-2873-98F8-2E34-7526715F3B1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600406" y="1869101"/>
            <a:ext cx="1048415" cy="1048415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4AB61029-6AA8-1F84-8441-6473C3314B8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827979" y="1869101"/>
            <a:ext cx="1048415" cy="1048415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287F53DC-6499-1B6F-1203-20D5A16357A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055552" y="1869101"/>
            <a:ext cx="1048415" cy="1048415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F7AA17AA-9E25-DF1F-32D0-6F1C56238F9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83126" y="1869101"/>
            <a:ext cx="1048415" cy="1048415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D61A5C86-77FF-66F7-08FB-5F3158F1338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10699" y="1869101"/>
            <a:ext cx="1048415" cy="1048415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A862EF84-D96E-F215-3934-CFACDB4C089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8272" y="1869101"/>
            <a:ext cx="1048415" cy="1048415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90FD5EA4-5B6C-DDE9-2163-31E5FBF9418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965845" y="1869101"/>
            <a:ext cx="1048415" cy="1048415"/>
          </a:xfrm>
          <a:prstGeom prst="rect">
            <a:avLst/>
          </a:prstGeom>
        </p:spPr>
      </p:pic>
      <p:sp>
        <p:nvSpPr>
          <p:cNvPr id="65" name="object 15">
            <a:extLst>
              <a:ext uri="{FF2B5EF4-FFF2-40B4-BE49-F238E27FC236}">
                <a16:creationId xmlns:a16="http://schemas.microsoft.com/office/drawing/2014/main" id="{CDB11390-0C29-A4C8-3A2D-4394C1E880C3}"/>
              </a:ext>
            </a:extLst>
          </p:cNvPr>
          <p:cNvSpPr txBox="1"/>
          <p:nvPr/>
        </p:nvSpPr>
        <p:spPr>
          <a:xfrm>
            <a:off x="351177" y="424180"/>
            <a:ext cx="1282488" cy="22070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425"/>
              </a:spcBef>
            </a:pPr>
            <a:r>
              <a:rPr lang="es-ES" sz="1200" b="1" spc="-10" dirty="0">
                <a:latin typeface="Calibri"/>
                <a:cs typeface="Calibri"/>
              </a:rPr>
              <a:t>Iconos</a:t>
            </a:r>
          </a:p>
        </p:txBody>
      </p:sp>
    </p:spTree>
    <p:extLst>
      <p:ext uri="{BB962C8B-B14F-4D97-AF65-F5344CB8AC3E}">
        <p14:creationId xmlns:p14="http://schemas.microsoft.com/office/powerpoint/2010/main" val="2986001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84B76559-CABE-75DA-25AE-6544B4ABDBD1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1198" y="2272160"/>
            <a:ext cx="8709603" cy="231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138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Tema de Office">
  <a:themeElements>
    <a:clrScheme name="CREDICORP">
      <a:dk1>
        <a:srgbClr val="555555"/>
      </a:dk1>
      <a:lt1>
        <a:srgbClr val="FAF7F3"/>
      </a:lt1>
      <a:dk2>
        <a:srgbClr val="000000"/>
      </a:dk2>
      <a:lt2>
        <a:srgbClr val="FFFFFF"/>
      </a:lt2>
      <a:accent1>
        <a:srgbClr val="C3338E"/>
      </a:accent1>
      <a:accent2>
        <a:srgbClr val="E32811"/>
      </a:accent2>
      <a:accent3>
        <a:srgbClr val="13AC7C"/>
      </a:accent3>
      <a:accent4>
        <a:srgbClr val="15B3E3"/>
      </a:accent4>
      <a:accent5>
        <a:srgbClr val="9C2A6F"/>
      </a:accent5>
      <a:accent6>
        <a:srgbClr val="00877C"/>
      </a:accent6>
      <a:hlink>
        <a:srgbClr val="F183CB"/>
      </a:hlink>
      <a:folHlink>
        <a:srgbClr val="2AD2C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de01f0-98fc-4e2c-b7cc-2d6b13d5b0c1"/>
    <lcf76f155ced4ddcb4097134ff3c332f xmlns="04227675-1024-4514-b583-f48ba8acf20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9A1C01428AD1409B0E041CFFB576C1" ma:contentTypeVersion="13" ma:contentTypeDescription="Crear nuevo documento." ma:contentTypeScope="" ma:versionID="3ef865bccbe5ae32f03479596f2e7462">
  <xsd:schema xmlns:xsd="http://www.w3.org/2001/XMLSchema" xmlns:xs="http://www.w3.org/2001/XMLSchema" xmlns:p="http://schemas.microsoft.com/office/2006/metadata/properties" xmlns:ns2="04227675-1024-4514-b583-f48ba8acf208" xmlns:ns3="3fde01f0-98fc-4e2c-b7cc-2d6b13d5b0c1" targetNamespace="http://schemas.microsoft.com/office/2006/metadata/properties" ma:root="true" ma:fieldsID="47f08afb7a897a38357038ce9adfb986" ns2:_="" ns3:_="">
    <xsd:import namespace="04227675-1024-4514-b583-f48ba8acf208"/>
    <xsd:import namespace="3fde01f0-98fc-4e2c-b7cc-2d6b13d5b0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227675-1024-4514-b583-f48ba8acf2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99a4d325-e744-4b40-a3b6-bd808253b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e01f0-98fc-4e2c-b7cc-2d6b13d5b0c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9584d8e-0507-4018-a6a0-a488412e16bc}" ma:internalName="TaxCatchAll" ma:showField="CatchAllData" ma:web="3fde01f0-98fc-4e2c-b7cc-2d6b13d5b0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4099DC-0F68-4DEA-8962-FA19AAA430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753A4F-B056-4FF5-AA79-160B2C3F5E94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04227675-1024-4514-b583-f48ba8acf208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3fde01f0-98fc-4e2c-b7cc-2d6b13d5b0c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62BBED8-9693-4406-A9EF-DED5E6422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227675-1024-4514-b583-f48ba8acf208"/>
    <ds:schemaRef ds:uri="3fde01f0-98fc-4e2c-b7cc-2d6b13d5b0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</TotalTime>
  <Words>267</Words>
  <Application>Microsoft Office PowerPoint</Application>
  <PresentationFormat>Widescreen</PresentationFormat>
  <Paragraphs>116</Paragraphs>
  <Slides>22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Schmitt Vega</dc:creator>
  <cp:lastModifiedBy>Maria Jesus Esteban Ramirez</cp:lastModifiedBy>
  <cp:revision>13</cp:revision>
  <dcterms:created xsi:type="dcterms:W3CDTF">2024-09-09T20:07:07Z</dcterms:created>
  <dcterms:modified xsi:type="dcterms:W3CDTF">2026-05-31T20:09:31Z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5ead3b-a842-409e-8059-3e3468c48585_Enabled">
    <vt:lpwstr>true</vt:lpwstr>
  </property>
  <property fmtid="{D5CDD505-2E9C-101B-9397-08002B2CF9AE}" pid="3" name="MSIP_Label_c15ead3b-a842-409e-8059-3e3468c48585_SetDate">
    <vt:lpwstr>2024-09-09T20:32:59Z</vt:lpwstr>
  </property>
  <property fmtid="{D5CDD505-2E9C-101B-9397-08002B2CF9AE}" pid="4" name="MSIP_Label_c15ead3b-a842-409e-8059-3e3468c48585_Method">
    <vt:lpwstr>Standard</vt:lpwstr>
  </property>
  <property fmtid="{D5CDD505-2E9C-101B-9397-08002B2CF9AE}" pid="5" name="MSIP_Label_c15ead3b-a842-409e-8059-3e3468c48585_Name">
    <vt:lpwstr>Interna BCP</vt:lpwstr>
  </property>
  <property fmtid="{D5CDD505-2E9C-101B-9397-08002B2CF9AE}" pid="6" name="MSIP_Label_c15ead3b-a842-409e-8059-3e3468c48585_SiteId">
    <vt:lpwstr>5d93ebcc-f769-4380-8b7e-289fc972da1b</vt:lpwstr>
  </property>
  <property fmtid="{D5CDD505-2E9C-101B-9397-08002B2CF9AE}" pid="7" name="MSIP_Label_c15ead3b-a842-409e-8059-3e3468c48585_ActionId">
    <vt:lpwstr>e52d7a4a-89d1-452d-98eb-b8a5623ab026</vt:lpwstr>
  </property>
  <property fmtid="{D5CDD505-2E9C-101B-9397-08002B2CF9AE}" pid="8" name="MSIP_Label_c15ead3b-a842-409e-8059-3e3468c48585_ContentBits">
    <vt:lpwstr>2</vt:lpwstr>
  </property>
  <property fmtid="{D5CDD505-2E9C-101B-9397-08002B2CF9AE}" pid="9" name="ClassificationContentMarkingFooterLocations">
    <vt:lpwstr>Tema de Office:9</vt:lpwstr>
  </property>
  <property fmtid="{D5CDD505-2E9C-101B-9397-08002B2CF9AE}" pid="10" name="ClassificationContentMarkingFooterText">
    <vt:lpwstr>Datos elaborados por BCP para uso Interno</vt:lpwstr>
  </property>
  <property fmtid="{D5CDD505-2E9C-101B-9397-08002B2CF9AE}" pid="11" name="ContentTypeId">
    <vt:lpwstr>0x010100E49A1C01428AD1409B0E041CFFB576C1</vt:lpwstr>
  </property>
  <property fmtid="{D5CDD505-2E9C-101B-9397-08002B2CF9AE}" pid="12" name="MediaServiceImageTags">
    <vt:lpwstr/>
  </property>
</Properties>
</file>